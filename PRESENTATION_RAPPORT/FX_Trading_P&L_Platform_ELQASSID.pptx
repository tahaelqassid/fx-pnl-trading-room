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4" r:id="rId11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72" autoAdjust="0"/>
  </p:normalViewPr>
  <p:slideViewPr>
    <p:cSldViewPr>
      <p:cViewPr varScale="1">
        <p:scale>
          <a:sx n="67" d="100"/>
          <a:sy n="67" d="100"/>
        </p:scale>
        <p:origin x="232" y="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E5885-D5ED-414F-B639-0759184C34CA}" type="datetimeFigureOut">
              <a:rPr lang="en-MA" smtClean="0"/>
              <a:t>16/10/2026</a:t>
            </a:fld>
            <a:endParaRPr lang="en-M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6A624-39A2-0841-A346-FE25C78CDCEC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646928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D6A624-39A2-0841-A346-FE25C78CDCEC}" type="slidenum">
              <a:rPr lang="en-MA" smtClean="0"/>
              <a:t>8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19061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2133600" y="3182325"/>
            <a:ext cx="11988800" cy="219456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5067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3592" y="5803392"/>
            <a:ext cx="9068816" cy="1653192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92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7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2133600" y="3182325"/>
            <a:ext cx="11988800" cy="219456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5067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3592" y="5803287"/>
            <a:ext cx="9068816" cy="1686776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83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9217" y="3517392"/>
            <a:ext cx="5695695" cy="4135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087" y="3517392"/>
            <a:ext cx="5693663" cy="4135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7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1248" y="3084578"/>
            <a:ext cx="5693664" cy="938783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533" b="0" cap="all" spc="133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09585" indent="0">
              <a:buNone/>
              <a:defRPr sz="2533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11248" y="4191000"/>
            <a:ext cx="5693664" cy="3462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51088" y="4191000"/>
            <a:ext cx="5671312" cy="3462368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451088" y="3084578"/>
            <a:ext cx="5693664" cy="938783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533" b="0" cap="all" spc="133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09585" indent="0">
              <a:buNone/>
              <a:defRPr sz="2533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1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2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1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72896" y="2991771"/>
            <a:ext cx="5982208" cy="1521996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933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1440" y="1072896"/>
            <a:ext cx="6421120" cy="6998208"/>
          </a:xfrm>
        </p:spPr>
        <p:txBody>
          <a:bodyPr>
            <a:normAutofit/>
          </a:bodyPr>
          <a:lstStyle>
            <a:lvl1pPr>
              <a:defRPr sz="2533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424" y="4733224"/>
            <a:ext cx="5059680" cy="2925381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072897" y="8314944"/>
            <a:ext cx="6833063" cy="42672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0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8127999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78031" y="2991771"/>
            <a:ext cx="5993331" cy="151285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933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00" y="0"/>
            <a:ext cx="8136129" cy="9144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4267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424" y="4733225"/>
            <a:ext cx="5059680" cy="2925383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072897" y="8314944"/>
            <a:ext cx="6833063" cy="42672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0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7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483" y="1249680"/>
            <a:ext cx="1731477" cy="66446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4849" y="1249680"/>
            <a:ext cx="8264652" cy="66446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4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974848" y="1286256"/>
            <a:ext cx="10306304" cy="158496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4848" y="3517393"/>
            <a:ext cx="10306304" cy="4135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8572" y="8318422"/>
            <a:ext cx="3671661" cy="4319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33601" y="8314944"/>
            <a:ext cx="7868252" cy="4267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345229" y="8290560"/>
            <a:ext cx="487680" cy="48768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467" spc="0" baseline="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3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1219170" rtl="0" eaLnBrk="1" latinLnBrk="0" hangingPunct="1">
        <a:lnSpc>
          <a:spcPct val="90000"/>
        </a:lnSpc>
        <a:spcBef>
          <a:spcPct val="0"/>
        </a:spcBef>
        <a:buNone/>
        <a:defRPr sz="3733" kern="1200" cap="all" spc="267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09585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1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14377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1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219170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1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523962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1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750440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1979035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2209745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510304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2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6E20C3-6DB1-A101-30E1-18AB5C117009}"/>
              </a:ext>
            </a:extLst>
          </p:cNvPr>
          <p:cNvSpPr txBox="1"/>
          <p:nvPr/>
        </p:nvSpPr>
        <p:spPr>
          <a:xfrm>
            <a:off x="3175000" y="8382000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MA" sz="2400" b="1" i="1" dirty="0">
                <a:solidFill>
                  <a:srgbClr val="FF0000"/>
                </a:solidFill>
              </a:rPr>
              <a:t>PFA</a:t>
            </a:r>
            <a:endParaRPr lang="en-MA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1775A70-DB1C-6467-7721-60731AEBA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39" b="161"/>
          <a:stretch>
            <a:fillRect/>
          </a:stretch>
        </p:blipFill>
        <p:spPr>
          <a:xfrm>
            <a:off x="20" y="10"/>
            <a:ext cx="16255980" cy="91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87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EB637104-F03B-61B8-EDFE-9772DB099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2" b="8"/>
          <a:stretch>
            <a:fillRect/>
          </a:stretch>
        </p:blipFill>
        <p:spPr>
          <a:xfrm>
            <a:off x="20" y="10"/>
            <a:ext cx="16255980" cy="91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1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13</TotalTime>
  <Words>2</Words>
  <Application>Microsoft Macintosh PowerPoint</Application>
  <PresentationFormat>Custom</PresentationFormat>
  <Paragraphs>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Taha EL QASSID</cp:lastModifiedBy>
  <cp:revision>2</cp:revision>
  <dcterms:created xsi:type="dcterms:W3CDTF">2006-08-16T00:00:00Z</dcterms:created>
  <dcterms:modified xsi:type="dcterms:W3CDTF">2026-10-16T19:56:59Z</dcterms:modified>
</cp:coreProperties>
</file>